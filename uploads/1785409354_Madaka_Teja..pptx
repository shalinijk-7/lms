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7556500" cy="10693400"/>
  <p:notesSz cx="6858000" cy="9144000"/>
  <p:embeddedFontLst>
    <p:embeddedFont>
      <p:font typeface="Arimo" panose="020B0604020202020204"/>
      <p:regular r:id="rId5"/>
    </p:embeddedFont>
    <p:embeddedFont>
      <p:font typeface="Arimo Bold" panose="020B0704020202020204"/>
      <p:regular r:id="rId6"/>
    </p:embeddedFont>
    <p:embeddedFont>
      <p:font typeface="Arimo Bold Italics" panose="020B0704020202090204" pitchFamily="34" charset="0"/>
      <p:regular r:id="rId7"/>
    </p:embeddedFont>
    <p:embeddedFont>
      <p:font typeface="Tex Gyre Termes" pitchFamily="2" charset="0"/>
      <p:regular r:id="rId8"/>
    </p:embeddedFont>
    <p:embeddedFont>
      <p:font typeface="Tex Gyre Termes Bold" pitchFamily="2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font" Target="fonts/font3.fntdata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font" Target="fonts/font2.fntdata" /><Relationship Id="rId11" Type="http://schemas.openxmlformats.org/officeDocument/2006/relationships/viewProps" Target="viewProps.xml" /><Relationship Id="rId5" Type="http://schemas.openxmlformats.org/officeDocument/2006/relationships/font" Target="fonts/font1.fntdata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font" Target="fonts/font5.fntdata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 /><Relationship Id="rId3" Type="http://schemas.openxmlformats.org/officeDocument/2006/relationships/image" Target="../media/image2.png" /><Relationship Id="rId7" Type="http://schemas.openxmlformats.org/officeDocument/2006/relationships/image" Target="../media/image6.png" /><Relationship Id="rId12" Type="http://schemas.openxmlformats.org/officeDocument/2006/relationships/image" Target="../media/image11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png" /><Relationship Id="rId11" Type="http://schemas.openxmlformats.org/officeDocument/2006/relationships/image" Target="../media/image10.png" /><Relationship Id="rId5" Type="http://schemas.openxmlformats.org/officeDocument/2006/relationships/image" Target="../media/image4.png" /><Relationship Id="rId10" Type="http://schemas.openxmlformats.org/officeDocument/2006/relationships/image" Target="../media/image9.png" /><Relationship Id="rId4" Type="http://schemas.openxmlformats.org/officeDocument/2006/relationships/image" Target="../media/image3.png" /><Relationship Id="rId9" Type="http://schemas.openxmlformats.org/officeDocument/2006/relationships/image" Target="../media/image8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7" Type="http://schemas.openxmlformats.org/officeDocument/2006/relationships/image" Target="../media/image17.jpe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6.png" /><Relationship Id="rId5" Type="http://schemas.openxmlformats.org/officeDocument/2006/relationships/image" Target="../media/image15.png" /><Relationship Id="rId4" Type="http://schemas.openxmlformats.org/officeDocument/2006/relationships/image" Target="../media/image14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74873" y="221847"/>
            <a:ext cx="1230840" cy="211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COVER LETTER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35053" y="5752824"/>
            <a:ext cx="712003" cy="166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Madaka Teja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35053" y="1628508"/>
            <a:ext cx="949433" cy="270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999">
                <a:solidFill>
                  <a:srgbClr val="000000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MADAKA TEJA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5053" y="1984105"/>
            <a:ext cx="1432160" cy="270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999">
                <a:solidFill>
                  <a:srgbClr val="000000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tejaswinim126@gmail.com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5053" y="2339702"/>
            <a:ext cx="647452" cy="270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999">
                <a:solidFill>
                  <a:srgbClr val="000000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7997655393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5053" y="2695184"/>
            <a:ext cx="661692" cy="899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89"/>
              </a:lnSpc>
            </a:pPr>
            <a:r>
              <a:rPr lang="en-US" sz="999">
                <a:solidFill>
                  <a:srgbClr val="000000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09/07/2024 SkillsBuild management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5053" y="4000224"/>
            <a:ext cx="5236664" cy="918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9"/>
              </a:lnSpc>
            </a:pPr>
            <a:r>
              <a:rPr lang="en-US" sz="999">
                <a:solidFill>
                  <a:srgbClr val="000000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Dear Mam/Sir, I'm applying for a junior management position at your company. Based on the posted description, I'm</a:t>
            </a:r>
          </a:p>
          <a:p>
            <a:pPr algn="l">
              <a:lnSpc>
                <a:spcPts val="499"/>
              </a:lnSpc>
            </a:pPr>
            <a:r>
              <a:rPr lang="en-US" sz="999">
                <a:solidFill>
                  <a:srgbClr val="000000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confident that I am fully qualified for the position and will be a strong addition to your team. I would</a:t>
            </a:r>
          </a:p>
          <a:p>
            <a:pPr algn="l">
              <a:lnSpc>
                <a:spcPts val="1449"/>
              </a:lnSpc>
            </a:pPr>
            <a:r>
              <a:rPr lang="en-US" sz="999">
                <a:solidFill>
                  <a:srgbClr val="000000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appreciate a job interview at your earliest convenience. Please find my resume attached. I can be</a:t>
            </a:r>
          </a:p>
          <a:p>
            <a:pPr algn="l">
              <a:lnSpc>
                <a:spcPts val="1249"/>
              </a:lnSpc>
            </a:pPr>
            <a:r>
              <a:rPr lang="en-US" sz="999">
                <a:solidFill>
                  <a:srgbClr val="000000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reached at the contact above or at my email address. contact: 7997655393, 8367491124 Email :</a:t>
            </a:r>
          </a:p>
          <a:p>
            <a:pPr algn="l">
              <a:lnSpc>
                <a:spcPts val="1449"/>
              </a:lnSpc>
            </a:pPr>
            <a:r>
              <a:rPr lang="en-US" sz="999">
                <a:solidFill>
                  <a:srgbClr val="000000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tejaswinim126@gmail.com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66905" y="4990824"/>
            <a:ext cx="64865" cy="270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999">
                <a:solidFill>
                  <a:srgbClr val="000000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36559" y="4990824"/>
            <a:ext cx="521456" cy="270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999">
                <a:solidFill>
                  <a:srgbClr val="000000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Sincerely,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224304" y="150981"/>
            <a:ext cx="2974972" cy="10185321"/>
            <a:chOff x="0" y="0"/>
            <a:chExt cx="2974975" cy="10185324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2847975" cy="10058273"/>
            </a:xfrm>
            <a:custGeom>
              <a:avLst/>
              <a:gdLst/>
              <a:ahLst/>
              <a:cxnLst/>
              <a:rect l="l" t="t" r="r" b="b"/>
              <a:pathLst>
                <a:path w="2847975" h="10058273">
                  <a:moveTo>
                    <a:pt x="0" y="0"/>
                  </a:moveTo>
                  <a:lnTo>
                    <a:pt x="0" y="10058273"/>
                  </a:lnTo>
                  <a:lnTo>
                    <a:pt x="2847975" y="10058273"/>
                  </a:lnTo>
                  <a:lnTo>
                    <a:pt x="2847975" y="0"/>
                  </a:lnTo>
                  <a:close/>
                </a:path>
              </a:pathLst>
            </a:custGeom>
            <a:solidFill>
              <a:srgbClr val="F7C3D9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88900" y="88900"/>
              <a:ext cx="2797302" cy="1905000"/>
            </a:xfrm>
            <a:custGeom>
              <a:avLst/>
              <a:gdLst/>
              <a:ahLst/>
              <a:cxnLst/>
              <a:rect l="l" t="t" r="r" b="b"/>
              <a:pathLst>
                <a:path w="2797302" h="1905000">
                  <a:moveTo>
                    <a:pt x="0" y="1905000"/>
                  </a:moveTo>
                  <a:lnTo>
                    <a:pt x="2797302" y="1905000"/>
                  </a:lnTo>
                  <a:lnTo>
                    <a:pt x="2797302" y="0"/>
                  </a:lnTo>
                  <a:lnTo>
                    <a:pt x="0" y="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D03076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88900" y="1993900"/>
              <a:ext cx="2797302" cy="558800"/>
            </a:xfrm>
            <a:custGeom>
              <a:avLst/>
              <a:gdLst/>
              <a:ahLst/>
              <a:cxnLst/>
              <a:rect l="l" t="t" r="r" b="b"/>
              <a:pathLst>
                <a:path w="2797302" h="558800">
                  <a:moveTo>
                    <a:pt x="0" y="558800"/>
                  </a:moveTo>
                  <a:lnTo>
                    <a:pt x="2797302" y="558800"/>
                  </a:lnTo>
                  <a:lnTo>
                    <a:pt x="2797302" y="0"/>
                  </a:lnTo>
                  <a:lnTo>
                    <a:pt x="0" y="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D03076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755332" y="277901"/>
            <a:ext cx="1709652" cy="1787566"/>
          </a:xfrm>
          <a:custGeom>
            <a:avLst/>
            <a:gdLst/>
            <a:ahLst/>
            <a:cxnLst/>
            <a:rect l="l" t="t" r="r" b="b"/>
            <a:pathLst>
              <a:path w="1709652" h="1787566">
                <a:moveTo>
                  <a:pt x="0" y="0"/>
                </a:moveTo>
                <a:lnTo>
                  <a:pt x="1709652" y="0"/>
                </a:lnTo>
                <a:lnTo>
                  <a:pt x="1709652" y="1787567"/>
                </a:lnTo>
                <a:lnTo>
                  <a:pt x="0" y="1787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683" b="-1371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95300" y="3149603"/>
            <a:ext cx="126968" cy="126968"/>
          </a:xfrm>
          <a:custGeom>
            <a:avLst/>
            <a:gdLst/>
            <a:ahLst/>
            <a:cxnLst/>
            <a:rect l="l" t="t" r="r" b="b"/>
            <a:pathLst>
              <a:path w="126968" h="126968">
                <a:moveTo>
                  <a:pt x="0" y="0"/>
                </a:moveTo>
                <a:lnTo>
                  <a:pt x="126968" y="0"/>
                </a:lnTo>
                <a:lnTo>
                  <a:pt x="126968" y="126968"/>
                </a:lnTo>
                <a:lnTo>
                  <a:pt x="0" y="126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2" b="-22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95300" y="3467100"/>
            <a:ext cx="126968" cy="126968"/>
          </a:xfrm>
          <a:custGeom>
            <a:avLst/>
            <a:gdLst/>
            <a:ahLst/>
            <a:cxnLst/>
            <a:rect l="l" t="t" r="r" b="b"/>
            <a:pathLst>
              <a:path w="126968" h="126968">
                <a:moveTo>
                  <a:pt x="0" y="0"/>
                </a:moveTo>
                <a:lnTo>
                  <a:pt x="126968" y="0"/>
                </a:lnTo>
                <a:lnTo>
                  <a:pt x="126968" y="126968"/>
                </a:lnTo>
                <a:lnTo>
                  <a:pt x="0" y="126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2" b="-22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95300" y="3784597"/>
            <a:ext cx="126968" cy="126968"/>
          </a:xfrm>
          <a:custGeom>
            <a:avLst/>
            <a:gdLst/>
            <a:ahLst/>
            <a:cxnLst/>
            <a:rect l="l" t="t" r="r" b="b"/>
            <a:pathLst>
              <a:path w="126968" h="126968">
                <a:moveTo>
                  <a:pt x="0" y="0"/>
                </a:moveTo>
                <a:lnTo>
                  <a:pt x="126968" y="0"/>
                </a:lnTo>
                <a:lnTo>
                  <a:pt x="126968" y="126968"/>
                </a:lnTo>
                <a:lnTo>
                  <a:pt x="0" y="1269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22" b="-22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95300" y="5372100"/>
            <a:ext cx="126968" cy="126968"/>
          </a:xfrm>
          <a:custGeom>
            <a:avLst/>
            <a:gdLst/>
            <a:ahLst/>
            <a:cxnLst/>
            <a:rect l="l" t="t" r="r" b="b"/>
            <a:pathLst>
              <a:path w="126968" h="126968">
                <a:moveTo>
                  <a:pt x="0" y="0"/>
                </a:moveTo>
                <a:lnTo>
                  <a:pt x="126968" y="0"/>
                </a:lnTo>
                <a:lnTo>
                  <a:pt x="126968" y="126968"/>
                </a:lnTo>
                <a:lnTo>
                  <a:pt x="0" y="1269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2" b="-22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95300" y="7950203"/>
            <a:ext cx="126968" cy="126968"/>
          </a:xfrm>
          <a:custGeom>
            <a:avLst/>
            <a:gdLst/>
            <a:ahLst/>
            <a:cxnLst/>
            <a:rect l="l" t="t" r="r" b="b"/>
            <a:pathLst>
              <a:path w="126968" h="126968">
                <a:moveTo>
                  <a:pt x="0" y="0"/>
                </a:moveTo>
                <a:lnTo>
                  <a:pt x="126968" y="0"/>
                </a:lnTo>
                <a:lnTo>
                  <a:pt x="126968" y="126968"/>
                </a:lnTo>
                <a:lnTo>
                  <a:pt x="0" y="126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22" b="-22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345304" y="495300"/>
            <a:ext cx="254003" cy="254003"/>
          </a:xfrm>
          <a:custGeom>
            <a:avLst/>
            <a:gdLst/>
            <a:ahLst/>
            <a:cxnLst/>
            <a:rect l="l" t="t" r="r" b="b"/>
            <a:pathLst>
              <a:path w="254003" h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345304" y="1739903"/>
            <a:ext cx="254003" cy="254003"/>
          </a:xfrm>
          <a:custGeom>
            <a:avLst/>
            <a:gdLst/>
            <a:ahLst/>
            <a:cxnLst/>
            <a:rect l="l" t="t" r="r" b="b"/>
            <a:pathLst>
              <a:path w="254003" h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345304" y="4445003"/>
            <a:ext cx="254003" cy="254003"/>
          </a:xfrm>
          <a:custGeom>
            <a:avLst/>
            <a:gdLst/>
            <a:ahLst/>
            <a:cxnLst/>
            <a:rect l="l" t="t" r="r" b="b"/>
            <a:pathLst>
              <a:path w="254003" h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345304" y="6096000"/>
            <a:ext cx="254003" cy="254003"/>
          </a:xfrm>
          <a:custGeom>
            <a:avLst/>
            <a:gdLst/>
            <a:ahLst/>
            <a:cxnLst/>
            <a:rect l="l" t="t" r="r" b="b"/>
            <a:pathLst>
              <a:path w="254003" h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345304" y="9156697"/>
            <a:ext cx="254003" cy="254003"/>
          </a:xfrm>
          <a:custGeom>
            <a:avLst/>
            <a:gdLst/>
            <a:ahLst/>
            <a:cxnLst/>
            <a:rect l="l" t="t" r="r" b="b"/>
            <a:pathLst>
              <a:path w="254003" h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430149" y="2133495"/>
            <a:ext cx="1726406" cy="38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CFEFF"/>
                </a:solidFill>
                <a:latin typeface="Arimo"/>
                <a:ea typeface="Arimo"/>
                <a:cs typeface="Arimo"/>
                <a:sym typeface="Arimo"/>
              </a:rPr>
              <a:t>Madaka Teja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3237" y="7969606"/>
            <a:ext cx="2160108" cy="1008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Financial Management. Human Resource Management Programming Languages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3237" y="2762602"/>
            <a:ext cx="2428265" cy="2199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tejaswinim126@gmail.com 7997655393, 8367401124</a:t>
            </a:r>
          </a:p>
          <a:p>
            <a:pPr algn="l">
              <a:lnSpc>
                <a:spcPts val="2250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Kadapa district, Andhra Pradesh.</a:t>
            </a:r>
          </a:p>
          <a:p>
            <a:pPr algn="l">
              <a:lnSpc>
                <a:spcPts val="750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Linkdin :</a:t>
            </a:r>
          </a:p>
          <a:p>
            <a:pPr algn="l">
              <a:lnSpc>
                <a:spcPts val="3000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https://www.linkedin.com/in/teja-</a:t>
            </a:r>
          </a:p>
          <a:p>
            <a:pPr algn="l">
              <a:lnSpc>
                <a:spcPts val="600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madaka-2b3a70300?</a:t>
            </a:r>
          </a:p>
          <a:p>
            <a:pPr algn="l">
              <a:lnSpc>
                <a:spcPts val="2100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utm_source=share&amp;utm_campaign</a:t>
            </a:r>
          </a:p>
          <a:p>
            <a:pPr algn="l">
              <a:lnSpc>
                <a:spcPts val="600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=share_via&amp;utm_content=profile&amp;u</a:t>
            </a:r>
          </a:p>
          <a:p>
            <a:pPr algn="l">
              <a:lnSpc>
                <a:spcPts val="2100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tm_medium=android_app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3237" y="5391502"/>
            <a:ext cx="2367391" cy="2448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Communication skills . Decision making and project</a:t>
            </a:r>
          </a:p>
          <a:p>
            <a:pPr algn="l">
              <a:lnSpc>
                <a:spcPts val="600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management .</a:t>
            </a:r>
          </a:p>
          <a:p>
            <a:pPr algn="l">
              <a:lnSpc>
                <a:spcPts val="3000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Typing ( Lower Speed )</a:t>
            </a:r>
          </a:p>
          <a:p>
            <a:pPr algn="l">
              <a:lnSpc>
                <a:spcPts val="2400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MS. Office - MS. Word, MS.</a:t>
            </a:r>
          </a:p>
          <a:p>
            <a:pPr algn="l">
              <a:lnSpc>
                <a:spcPts val="600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EXCEL, MS. PowerPoint.</a:t>
            </a:r>
          </a:p>
          <a:p>
            <a:pPr algn="l">
              <a:lnSpc>
                <a:spcPts val="3000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Programming languages - C, C++,</a:t>
            </a:r>
          </a:p>
          <a:p>
            <a:pPr algn="l">
              <a:lnSpc>
                <a:spcPts val="600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HTML/CSS</a:t>
            </a:r>
          </a:p>
          <a:p>
            <a:pPr algn="l">
              <a:lnSpc>
                <a:spcPts val="1958"/>
              </a:lnSpc>
            </a:pPr>
            <a:r>
              <a:rPr lang="en-US" sz="139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Field of Interest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86813" y="9356084"/>
            <a:ext cx="2315632" cy="779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Industrial Visit at: </a:t>
            </a: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Canara Bank, Proddatur.</a:t>
            </a:r>
          </a:p>
          <a:p>
            <a:pPr algn="l">
              <a:lnSpc>
                <a:spcPts val="2925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Kapileswar Chit funds, Proddatur.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86813" y="6295387"/>
            <a:ext cx="3378413" cy="846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Computer Courses </a:t>
            </a: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web pages which consists of a brief</a:t>
            </a:r>
          </a:p>
          <a:p>
            <a:pPr algn="l">
              <a:lnSpc>
                <a:spcPts val="974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information about trending Computer Courses for</a:t>
            </a:r>
          </a:p>
          <a:p>
            <a:pPr algn="l">
              <a:lnSpc>
                <a:spcPts val="1958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freshers/Students.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86813" y="7144169"/>
            <a:ext cx="3318072" cy="112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Period : 1 month </a:t>
            </a:r>
          </a:p>
          <a:p>
            <a:pPr algn="l">
              <a:lnSpc>
                <a:spcPts val="2340"/>
              </a:lnSpc>
            </a:pPr>
            <a:r>
              <a:rPr lang="en-US" sz="1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Financial Funds</a:t>
            </a:r>
          </a:p>
          <a:p>
            <a:pPr algn="l">
              <a:lnSpc>
                <a:spcPts val="1500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information collected and create a complete report on Chit funds. Which are one of the best</a:t>
            </a:r>
          </a:p>
          <a:p>
            <a:pPr algn="l">
              <a:lnSpc>
                <a:spcPts val="1260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way to collect the funds for the sick companies.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101542" y="7144169"/>
            <a:ext cx="786117" cy="246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Team Size: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686813" y="8204559"/>
            <a:ext cx="1183853" cy="551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Period : 1 month </a:t>
            </a:r>
          </a:p>
          <a:p>
            <a:pPr algn="l">
              <a:lnSpc>
                <a:spcPts val="1093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Role : Leader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01542" y="8204559"/>
            <a:ext cx="915762" cy="313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Team Size: 8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661410" y="1751419"/>
            <a:ext cx="3455003" cy="210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200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Chaitanya Bharathi Institute of Technology. Master of Business Administration (MBA), 8.69</a:t>
            </a:r>
          </a:p>
          <a:p>
            <a:pPr algn="l">
              <a:lnSpc>
                <a:spcPts val="974"/>
              </a:lnSpc>
            </a:pPr>
            <a:r>
              <a:rPr lang="en-US" sz="1200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Pursuing</a:t>
            </a:r>
          </a:p>
          <a:p>
            <a:pPr algn="l">
              <a:lnSpc>
                <a:spcPts val="3000"/>
              </a:lnSpc>
            </a:pPr>
            <a:r>
              <a:rPr lang="en-US" sz="1200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Sree vVedavyasa degree college ,Proddatur.</a:t>
            </a:r>
          </a:p>
          <a:p>
            <a:pPr algn="l">
              <a:lnSpc>
                <a:spcPts val="750"/>
              </a:lnSpc>
            </a:pPr>
            <a:r>
              <a:rPr lang="en-US" sz="1200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B. Com ( Computer Applications ), 8.25, 2023</a:t>
            </a:r>
          </a:p>
          <a:p>
            <a:pPr algn="l">
              <a:lnSpc>
                <a:spcPts val="3000"/>
              </a:lnSpc>
            </a:pPr>
            <a:r>
              <a:rPr lang="en-US" sz="1200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Bhavana junior college, Proddatur.</a:t>
            </a:r>
          </a:p>
          <a:p>
            <a:pPr algn="l">
              <a:lnSpc>
                <a:spcPts val="750"/>
              </a:lnSpc>
            </a:pPr>
            <a:r>
              <a:rPr lang="en-US" sz="1200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Bi.p.c, 7.21, 2020</a:t>
            </a:r>
          </a:p>
          <a:p>
            <a:pPr algn="l">
              <a:lnSpc>
                <a:spcPts val="3000"/>
              </a:lnSpc>
            </a:pPr>
            <a:r>
              <a:rPr lang="en-US" sz="1200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ZP High School, Proddatur.</a:t>
            </a:r>
          </a:p>
          <a:p>
            <a:pPr algn="l">
              <a:lnSpc>
                <a:spcPts val="750"/>
              </a:lnSpc>
            </a:pPr>
            <a:r>
              <a:rPr lang="en-US" sz="1200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SSC, 8.8, 2018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661410" y="741769"/>
            <a:ext cx="3490217" cy="1027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00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To obtain a challenging position in a high quality business environment where my resourceful academic skills and knowledge will add value to organizational operations.</a:t>
            </a:r>
          </a:p>
          <a:p>
            <a:pPr algn="l">
              <a:lnSpc>
                <a:spcPts val="1958"/>
              </a:lnSpc>
            </a:pPr>
            <a:r>
              <a:rPr lang="en-US" sz="1398">
                <a:solidFill>
                  <a:srgbClr val="D03076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Academic Details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686813" y="4598394"/>
            <a:ext cx="3515344" cy="1101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RK Services ( Amazon ) - Internship( 4 months ) </a:t>
            </a: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Code Scanner, Jan 2023 - Apr 2023</a:t>
            </a:r>
          </a:p>
          <a:p>
            <a:pPr algn="l">
              <a:lnSpc>
                <a:spcPts val="2474"/>
              </a:lnSpc>
            </a:pPr>
            <a:r>
              <a:rPr lang="en-US" sz="1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Canara Bank - Internship ( 2 months )</a:t>
            </a:r>
          </a:p>
          <a:p>
            <a:pPr algn="l">
              <a:lnSpc>
                <a:spcPts val="1875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Accounts holder, Oct 2022 - Dec 2022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3237" y="5192678"/>
            <a:ext cx="473240" cy="257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39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Skills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661410" y="402193"/>
            <a:ext cx="815369" cy="257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398">
                <a:solidFill>
                  <a:srgbClr val="D03076"/>
                </a:solidFill>
                <a:latin typeface="Arimo Bold"/>
                <a:ea typeface="Arimo Bold"/>
                <a:cs typeface="Arimo Bold"/>
                <a:sym typeface="Arimo Bold"/>
              </a:rPr>
              <a:t>Objective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686813" y="6028306"/>
            <a:ext cx="1258224" cy="257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398">
                <a:solidFill>
                  <a:srgbClr val="D03076"/>
                </a:solidFill>
                <a:latin typeface="Arimo Bold"/>
                <a:ea typeface="Arimo Bold"/>
                <a:cs typeface="Arimo Bold"/>
                <a:sym typeface="Arimo Bold"/>
              </a:rPr>
              <a:t>Project Details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686813" y="4377290"/>
            <a:ext cx="1469565" cy="257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398">
                <a:solidFill>
                  <a:srgbClr val="D03076"/>
                </a:solidFill>
                <a:latin typeface="Arimo Bold"/>
                <a:ea typeface="Arimo Bold"/>
                <a:cs typeface="Arimo Bold"/>
                <a:sym typeface="Arimo Bold"/>
              </a:rPr>
              <a:t>Work Experience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686813" y="9089003"/>
            <a:ext cx="1690726" cy="257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398">
                <a:solidFill>
                  <a:srgbClr val="D03076"/>
                </a:solidFill>
                <a:latin typeface="Arimo Bold"/>
                <a:ea typeface="Arimo Bold"/>
                <a:cs typeface="Arimo Bold"/>
                <a:sym typeface="Arimo Bold"/>
              </a:rPr>
              <a:t>Industrial Exposure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317497" y="317564"/>
            <a:ext cx="2847975" cy="5600576"/>
            <a:chOff x="0" y="0"/>
            <a:chExt cx="2847975" cy="56005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7975" cy="5600573"/>
            </a:xfrm>
            <a:custGeom>
              <a:avLst/>
              <a:gdLst/>
              <a:ahLst/>
              <a:cxnLst/>
              <a:rect l="l" t="t" r="r" b="b"/>
              <a:pathLst>
                <a:path w="2847975" h="5600573">
                  <a:moveTo>
                    <a:pt x="0" y="0"/>
                  </a:moveTo>
                  <a:lnTo>
                    <a:pt x="0" y="5600573"/>
                  </a:lnTo>
                  <a:lnTo>
                    <a:pt x="2847975" y="5600573"/>
                  </a:lnTo>
                  <a:lnTo>
                    <a:pt x="2847975" y="0"/>
                  </a:lnTo>
                  <a:close/>
                </a:path>
              </a:pathLst>
            </a:custGeom>
            <a:solidFill>
              <a:srgbClr val="F7C3D9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3345304" y="495300"/>
            <a:ext cx="254003" cy="254003"/>
          </a:xfrm>
          <a:custGeom>
            <a:avLst/>
            <a:gdLst/>
            <a:ahLst/>
            <a:cxnLst/>
            <a:rect l="l" t="t" r="r" b="b"/>
            <a:pathLst>
              <a:path w="254003" h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345304" y="1752600"/>
            <a:ext cx="254003" cy="254003"/>
          </a:xfrm>
          <a:custGeom>
            <a:avLst/>
            <a:gdLst/>
            <a:ahLst/>
            <a:cxnLst/>
            <a:rect l="l" t="t" r="r" b="b"/>
            <a:pathLst>
              <a:path w="254003" h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345304" y="2793997"/>
            <a:ext cx="254003" cy="254003"/>
          </a:xfrm>
          <a:custGeom>
            <a:avLst/>
            <a:gdLst/>
            <a:ahLst/>
            <a:cxnLst/>
            <a:rect l="l" t="t" r="r" b="b"/>
            <a:pathLst>
              <a:path w="254003" h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345304" y="3936997"/>
            <a:ext cx="254003" cy="254003"/>
          </a:xfrm>
          <a:custGeom>
            <a:avLst/>
            <a:gdLst/>
            <a:ahLst/>
            <a:cxnLst/>
            <a:rect l="l" t="t" r="r" b="b"/>
            <a:pathLst>
              <a:path w="254003" h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345304" y="5079997"/>
            <a:ext cx="254003" cy="254003"/>
          </a:xfrm>
          <a:custGeom>
            <a:avLst/>
            <a:gdLst/>
            <a:ahLst/>
            <a:cxnLst/>
            <a:rect l="l" t="t" r="r" b="b"/>
            <a:pathLst>
              <a:path w="254003" h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6335773" y="5969032"/>
            <a:ext cx="857250" cy="619058"/>
            <a:chOff x="0" y="0"/>
            <a:chExt cx="857250" cy="61906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57250" cy="619125"/>
            </a:xfrm>
            <a:custGeom>
              <a:avLst/>
              <a:gdLst/>
              <a:ahLst/>
              <a:cxnLst/>
              <a:rect l="l" t="t" r="r" b="b"/>
              <a:pathLst>
                <a:path w="857250" h="619125">
                  <a:moveTo>
                    <a:pt x="0" y="619125"/>
                  </a:moveTo>
                  <a:lnTo>
                    <a:pt x="857250" y="619125"/>
                  </a:lnTo>
                  <a:lnTo>
                    <a:pt x="857250" y="0"/>
                  </a:lnTo>
                  <a:lnTo>
                    <a:pt x="0" y="0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6338954" y="5972175"/>
            <a:ext cx="846106" cy="609095"/>
          </a:xfrm>
          <a:custGeom>
            <a:avLst/>
            <a:gdLst/>
            <a:ahLst/>
            <a:cxnLst/>
            <a:rect l="l" t="t" r="r" b="b"/>
            <a:pathLst>
              <a:path w="846106" h="609095">
                <a:moveTo>
                  <a:pt x="0" y="0"/>
                </a:moveTo>
                <a:lnTo>
                  <a:pt x="846106" y="0"/>
                </a:lnTo>
                <a:lnTo>
                  <a:pt x="846106" y="609095"/>
                </a:lnTo>
                <a:lnTo>
                  <a:pt x="0" y="6090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9453" r="-108" b="-19608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661410" y="3843890"/>
            <a:ext cx="1287380" cy="1207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398">
                <a:solidFill>
                  <a:srgbClr val="D03076"/>
                </a:solidFill>
                <a:latin typeface="Arimo Bold"/>
                <a:ea typeface="Arimo Bold"/>
                <a:cs typeface="Arimo Bold"/>
                <a:sym typeface="Arimo Bold"/>
              </a:rPr>
              <a:t>Hobbies</a:t>
            </a:r>
          </a:p>
          <a:p>
            <a:pPr algn="l">
              <a:lnSpc>
                <a:spcPts val="1950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Reading Books , Playing games , drawing,and Listening to music.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86813" y="427596"/>
            <a:ext cx="1228068" cy="257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398">
                <a:solidFill>
                  <a:srgbClr val="D03076"/>
                </a:solidFill>
                <a:latin typeface="Arimo Bold"/>
                <a:ea typeface="Arimo Bold"/>
                <a:cs typeface="Arimo Bold"/>
                <a:sym typeface="Arimo Bold"/>
              </a:rPr>
              <a:t>Achievements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61410" y="1659493"/>
            <a:ext cx="2963761" cy="2027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398">
                <a:solidFill>
                  <a:srgbClr val="D03076"/>
                </a:solidFill>
                <a:latin typeface="Arimo Bold"/>
                <a:ea typeface="Arimo Bold"/>
                <a:cs typeface="Arimo Bold"/>
                <a:sym typeface="Arimo Bold"/>
              </a:rPr>
              <a:t>Curricular Activities</a:t>
            </a:r>
          </a:p>
          <a:p>
            <a:pPr algn="l">
              <a:lnSpc>
                <a:spcPts val="1874"/>
              </a:lnSpc>
            </a:pPr>
            <a:r>
              <a:rPr lang="en-US" sz="1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Co-Curricular </a:t>
            </a: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Business Quiz - in CBIT itself.</a:t>
            </a:r>
          </a:p>
          <a:p>
            <a:pPr algn="l">
              <a:lnSpc>
                <a:spcPts val="2624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Project Presentations.</a:t>
            </a:r>
          </a:p>
          <a:p>
            <a:pPr algn="l">
              <a:lnSpc>
                <a:spcPts val="600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Data visualization and buildings with Excel.</a:t>
            </a:r>
          </a:p>
          <a:p>
            <a:pPr algn="l">
              <a:lnSpc>
                <a:spcPts val="1559"/>
              </a:lnSpc>
            </a:pPr>
            <a:r>
              <a:rPr lang="en-US" sz="1398">
                <a:solidFill>
                  <a:srgbClr val="D03076"/>
                </a:solidFill>
                <a:latin typeface="Arimo Bold"/>
                <a:ea typeface="Arimo Bold"/>
                <a:cs typeface="Arimo Bold"/>
                <a:sym typeface="Arimo Bold"/>
              </a:rPr>
              <a:t>Strength</a:t>
            </a:r>
          </a:p>
          <a:p>
            <a:pPr algn="l">
              <a:lnSpc>
                <a:spcPts val="2239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Environment Adaptability.</a:t>
            </a:r>
          </a:p>
          <a:p>
            <a:pPr algn="l">
              <a:lnSpc>
                <a:spcPts val="1660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Self motivation. Quick</a:t>
            </a:r>
          </a:p>
          <a:p>
            <a:pPr algn="l">
              <a:lnSpc>
                <a:spcPts val="2239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Learner.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61410" y="537029"/>
            <a:ext cx="2419540" cy="608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Certification Courses - Google data analytics professional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03825" y="1165679"/>
            <a:ext cx="1693307" cy="294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Data Analysis with Excel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87241" y="6557562"/>
            <a:ext cx="43186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756605" y="6557562"/>
            <a:ext cx="1088517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( Madaka Teja 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636007" y="5107553"/>
            <a:ext cx="3517087" cy="531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1"/>
              </a:lnSpc>
            </a:pPr>
            <a:r>
              <a:rPr lang="en-US" sz="1398">
                <a:solidFill>
                  <a:srgbClr val="D03076"/>
                </a:solidFill>
                <a:latin typeface="Arimo Bold"/>
                <a:ea typeface="Arimo Bold"/>
                <a:cs typeface="Arimo Bold"/>
                <a:sym typeface="Arimo Bold"/>
              </a:rPr>
              <a:t>Declaration</a:t>
            </a:r>
          </a:p>
          <a:p>
            <a:pPr algn="l">
              <a:lnSpc>
                <a:spcPts val="2397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 hereby declare that all the details furnished above</a:t>
            </a:r>
          </a:p>
          <a:p>
            <a:pPr algn="l">
              <a:lnSpc>
                <a:spcPts val="602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are true to the best of my knowledge and belief.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MADAKA TEJA </dc:title>
  <cp:lastModifiedBy>tejaswinim126@gmail.com</cp:lastModifiedBy>
  <cp:revision>2</cp:revision>
  <dcterms:created xsi:type="dcterms:W3CDTF">2006-08-16T00:00:00Z</dcterms:created>
  <dcterms:modified xsi:type="dcterms:W3CDTF">2024-07-09T14:59:12Z</dcterms:modified>
  <dc:identifier>DAGKdsOaqFw</dc:identifier>
</cp:coreProperties>
</file>